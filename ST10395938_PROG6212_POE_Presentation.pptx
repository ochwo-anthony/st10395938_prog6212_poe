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8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Mark Ochwo" userId="8374fbba-69f0-4f00-975f-e95011f7287d" providerId="ADAL" clId="{7C083068-A02C-4D5F-A0CA-0C3D57FEE117}"/>
    <pc:docChg chg="undo custSel modSld">
      <pc:chgData name="Anthony Mark Ochwo" userId="8374fbba-69f0-4f00-975f-e95011f7287d" providerId="ADAL" clId="{7C083068-A02C-4D5F-A0CA-0C3D57FEE117}" dt="2025-11-21T16:04:39.883" v="22" actId="26606"/>
      <pc:docMkLst>
        <pc:docMk/>
      </pc:docMkLst>
      <pc:sldChg chg="addSp delSp modSp mod setBg">
        <pc:chgData name="Anthony Mark Ochwo" userId="8374fbba-69f0-4f00-975f-e95011f7287d" providerId="ADAL" clId="{7C083068-A02C-4D5F-A0CA-0C3D57FEE117}" dt="2025-11-21T16:04:32.704" v="21" actId="26606"/>
        <pc:sldMkLst>
          <pc:docMk/>
          <pc:sldMk cId="4063726823" sldId="256"/>
        </pc:sldMkLst>
        <pc:spChg chg="mod">
          <ac:chgData name="Anthony Mark Ochwo" userId="8374fbba-69f0-4f00-975f-e95011f7287d" providerId="ADAL" clId="{7C083068-A02C-4D5F-A0CA-0C3D57FEE117}" dt="2025-11-21T16:01:15.118" v="0" actId="26606"/>
          <ac:spMkLst>
            <pc:docMk/>
            <pc:sldMk cId="4063726823" sldId="256"/>
            <ac:spMk id="2" creationId="{9997BBD4-4592-DA09-41D8-A87B5082B278}"/>
          </ac:spMkLst>
        </pc:spChg>
        <pc:spChg chg="mod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3" creationId="{357C04B3-A196-26F8-E095-AA8489E00AA7}"/>
          </ac:spMkLst>
        </pc:spChg>
        <pc:spChg chg="add del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8" creationId="{577D6B2E-37A3-429E-A37C-F30ED6487282}"/>
          </ac:spMkLst>
        </pc:spChg>
        <pc:spChg chg="add del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10" creationId="{5CEAD642-85CF-4750-8432-7C80C901F001}"/>
          </ac:spMkLst>
        </pc:spChg>
        <pc:spChg chg="add del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12" creationId="{FA33EEAE-15D5-4119-8C1E-89D943F911EF}"/>
          </ac:spMkLst>
        </pc:spChg>
        <pc:spChg chg="add">
          <ac:chgData name="Anthony Mark Ochwo" userId="8374fbba-69f0-4f00-975f-e95011f7287d" providerId="ADAL" clId="{7C083068-A02C-4D5F-A0CA-0C3D57FEE117}" dt="2025-11-21T16:01:15.118" v="0" actId="26606"/>
          <ac:spMkLst>
            <pc:docMk/>
            <pc:sldMk cId="4063726823" sldId="256"/>
            <ac:spMk id="14" creationId="{730D8B3B-9B80-4025-B934-26DC7D7CD231}"/>
          </ac:spMkLst>
        </pc:spChg>
        <pc:spChg chg="add del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16" creationId="{1064D5D5-227B-4F66-9AEA-46F570E793BD}"/>
          </ac:spMkLst>
        </pc:spChg>
        <pc:spChg chg="add">
          <ac:chgData name="Anthony Mark Ochwo" userId="8374fbba-69f0-4f00-975f-e95011f7287d" providerId="ADAL" clId="{7C083068-A02C-4D5F-A0CA-0C3D57FEE117}" dt="2025-11-21T16:01:15.118" v="0" actId="26606"/>
          <ac:spMkLst>
            <pc:docMk/>
            <pc:sldMk cId="4063726823" sldId="256"/>
            <ac:spMk id="18" creationId="{646B67A4-D328-4747-A82B-65E84FA46368}"/>
          </ac:spMkLst>
        </pc:spChg>
        <pc:spChg chg="add del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20" creationId="{B5A1B09C-1565-46F8-B70F-621C5EB48A09}"/>
          </ac:spMkLst>
        </pc:spChg>
        <pc:spChg chg="add del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22" creationId="{8C516CC8-80AC-446C-A56E-9F54B7210402}"/>
          </ac:spMkLst>
        </pc:spChg>
        <pc:spChg chg="add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27" creationId="{BAD76F3E-3A97-486B-B402-44400A8B9173}"/>
          </ac:spMkLst>
        </pc:spChg>
        <pc:spChg chg="add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29" creationId="{391F6B52-91F4-4AEB-B6DB-29FEBCF28C8B}"/>
          </ac:spMkLst>
        </pc:spChg>
        <pc:spChg chg="add">
          <ac:chgData name="Anthony Mark Ochwo" userId="8374fbba-69f0-4f00-975f-e95011f7287d" providerId="ADAL" clId="{7C083068-A02C-4D5F-A0CA-0C3D57FEE117}" dt="2025-11-21T16:04:32.704" v="21" actId="26606"/>
          <ac:spMkLst>
            <pc:docMk/>
            <pc:sldMk cId="4063726823" sldId="256"/>
            <ac:spMk id="31" creationId="{2CD6F061-7C53-44F4-9794-953DB70A451B}"/>
          </ac:spMkLst>
        </pc:spChg>
      </pc:sldChg>
      <pc:sldChg chg="addSp delSp modSp mod setBg">
        <pc:chgData name="Anthony Mark Ochwo" userId="8374fbba-69f0-4f00-975f-e95011f7287d" providerId="ADAL" clId="{7C083068-A02C-4D5F-A0CA-0C3D57FEE117}" dt="2025-11-21T16:04:39.883" v="22" actId="26606"/>
        <pc:sldMkLst>
          <pc:docMk/>
          <pc:sldMk cId="2037690946" sldId="257"/>
        </pc:sldMkLst>
        <pc:spChg chg="mod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2" creationId="{1AFE086A-FCFD-97A2-55DC-0D42910F4849}"/>
          </ac:spMkLst>
        </pc:spChg>
        <pc:spChg chg="mod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3" creationId="{FCBA6F49-009C-28FE-B374-440754262E35}"/>
          </ac:spMkLst>
        </pc:spChg>
        <pc:spChg chg="add del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8" creationId="{1B15ED52-F352-441B-82BF-E0EA34836D08}"/>
          </ac:spMkLst>
        </pc:spChg>
        <pc:spChg chg="add del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10" creationId="{3B2E3793-BFE6-45A2-9B7B-E18844431C99}"/>
          </ac:spMkLst>
        </pc:spChg>
        <pc:spChg chg="add del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12" creationId="{BC4C4868-CB8F-4AF9-9CDB-8108F2C19B67}"/>
          </ac:spMkLst>
        </pc:spChg>
        <pc:spChg chg="add del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14" creationId="{375E0459-6403-40CD-989D-56A4407CA12E}"/>
          </ac:spMkLst>
        </pc:spChg>
        <pc:spChg chg="add del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16" creationId="{53E5B1A8-3AC9-4BD1-9BBC-78CA94F2D1BA}"/>
          </ac:spMkLst>
        </pc:spChg>
        <pc:spChg chg="add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21" creationId="{CBB2B1F0-0DD6-4744-9A46-7A344FB48E40}"/>
          </ac:spMkLst>
        </pc:spChg>
        <pc:spChg chg="add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23" creationId="{52D502E5-F6B4-4D58-B4AE-FC466FF15EE8}"/>
          </ac:spMkLst>
        </pc:spChg>
        <pc:spChg chg="add">
          <ac:chgData name="Anthony Mark Ochwo" userId="8374fbba-69f0-4f00-975f-e95011f7287d" providerId="ADAL" clId="{7C083068-A02C-4D5F-A0CA-0C3D57FEE117}" dt="2025-11-21T16:04:39.883" v="22" actId="26606"/>
          <ac:spMkLst>
            <pc:docMk/>
            <pc:sldMk cId="2037690946" sldId="257"/>
            <ac:spMk id="25" creationId="{9DECDBF4-02B6-4BB4-B65B-B8107AD6A9E8}"/>
          </ac:spMkLst>
        </pc:spChg>
      </pc:sldChg>
      <pc:sldChg chg="addSp modSp mod setBg">
        <pc:chgData name="Anthony Mark Ochwo" userId="8374fbba-69f0-4f00-975f-e95011f7287d" providerId="ADAL" clId="{7C083068-A02C-4D5F-A0CA-0C3D57FEE117}" dt="2025-11-21T16:02:21.171" v="2" actId="26606"/>
        <pc:sldMkLst>
          <pc:docMk/>
          <pc:sldMk cId="2226581277" sldId="258"/>
        </pc:sldMkLst>
        <pc:spChg chg="mod">
          <ac:chgData name="Anthony Mark Ochwo" userId="8374fbba-69f0-4f00-975f-e95011f7287d" providerId="ADAL" clId="{7C083068-A02C-4D5F-A0CA-0C3D57FEE117}" dt="2025-11-21T16:02:21.171" v="2" actId="26606"/>
          <ac:spMkLst>
            <pc:docMk/>
            <pc:sldMk cId="2226581277" sldId="258"/>
            <ac:spMk id="2" creationId="{06091035-69B0-C81C-C0EA-7292788F1007}"/>
          </ac:spMkLst>
        </pc:spChg>
        <pc:spChg chg="mod">
          <ac:chgData name="Anthony Mark Ochwo" userId="8374fbba-69f0-4f00-975f-e95011f7287d" providerId="ADAL" clId="{7C083068-A02C-4D5F-A0CA-0C3D57FEE117}" dt="2025-11-21T16:02:21.171" v="2" actId="26606"/>
          <ac:spMkLst>
            <pc:docMk/>
            <pc:sldMk cId="2226581277" sldId="258"/>
            <ac:spMk id="5" creationId="{E3BBA728-F178-1C67-F5D4-162DDFE7AE0E}"/>
          </ac:spMkLst>
        </pc:spChg>
        <pc:spChg chg="add">
          <ac:chgData name="Anthony Mark Ochwo" userId="8374fbba-69f0-4f00-975f-e95011f7287d" providerId="ADAL" clId="{7C083068-A02C-4D5F-A0CA-0C3D57FEE117}" dt="2025-11-21T16:02:21.171" v="2" actId="26606"/>
          <ac:spMkLst>
            <pc:docMk/>
            <pc:sldMk cId="2226581277" sldId="258"/>
            <ac:spMk id="12" creationId="{A8908DB7-C3A6-4FCB-9820-CEE02B398C4A}"/>
          </ac:spMkLst>
        </pc:spChg>
        <pc:spChg chg="add">
          <ac:chgData name="Anthony Mark Ochwo" userId="8374fbba-69f0-4f00-975f-e95011f7287d" providerId="ADAL" clId="{7C083068-A02C-4D5F-A0CA-0C3D57FEE117}" dt="2025-11-21T16:02:21.171" v="2" actId="26606"/>
          <ac:spMkLst>
            <pc:docMk/>
            <pc:sldMk cId="2226581277" sldId="258"/>
            <ac:spMk id="14" creationId="{535742DD-1B16-4E9D-B715-0D74B4574A68}"/>
          </ac:spMkLst>
        </pc:spChg>
        <pc:picChg chg="mod">
          <ac:chgData name="Anthony Mark Ochwo" userId="8374fbba-69f0-4f00-975f-e95011f7287d" providerId="ADAL" clId="{7C083068-A02C-4D5F-A0CA-0C3D57FEE117}" dt="2025-11-21T16:02:21.171" v="2" actId="26606"/>
          <ac:picMkLst>
            <pc:docMk/>
            <pc:sldMk cId="2226581277" sldId="258"/>
            <ac:picMk id="7" creationId="{22C168E7-188A-BC2E-9FBE-DF402934CDB1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2:29.062" v="3" actId="26606"/>
        <pc:sldMkLst>
          <pc:docMk/>
          <pc:sldMk cId="1686988326" sldId="259"/>
        </pc:sldMkLst>
        <pc:spChg chg="mod">
          <ac:chgData name="Anthony Mark Ochwo" userId="8374fbba-69f0-4f00-975f-e95011f7287d" providerId="ADAL" clId="{7C083068-A02C-4D5F-A0CA-0C3D57FEE117}" dt="2025-11-21T16:02:29.062" v="3" actId="26606"/>
          <ac:spMkLst>
            <pc:docMk/>
            <pc:sldMk cId="1686988326" sldId="259"/>
            <ac:spMk id="2" creationId="{730E2953-C7F0-36FE-C3F8-C673540104E0}"/>
          </ac:spMkLst>
        </pc:spChg>
        <pc:spChg chg="mod">
          <ac:chgData name="Anthony Mark Ochwo" userId="8374fbba-69f0-4f00-975f-e95011f7287d" providerId="ADAL" clId="{7C083068-A02C-4D5F-A0CA-0C3D57FEE117}" dt="2025-11-21T16:02:29.062" v="3" actId="26606"/>
          <ac:spMkLst>
            <pc:docMk/>
            <pc:sldMk cId="1686988326" sldId="259"/>
            <ac:spMk id="4" creationId="{B864C08A-5731-1E31-0DDC-0AA5024E21CC}"/>
          </ac:spMkLst>
        </pc:spChg>
        <pc:spChg chg="add">
          <ac:chgData name="Anthony Mark Ochwo" userId="8374fbba-69f0-4f00-975f-e95011f7287d" providerId="ADAL" clId="{7C083068-A02C-4D5F-A0CA-0C3D57FEE117}" dt="2025-11-21T16:02:29.062" v="3" actId="26606"/>
          <ac:spMkLst>
            <pc:docMk/>
            <pc:sldMk cId="1686988326" sldId="259"/>
            <ac:spMk id="11" creationId="{2B97F24A-32CE-4C1C-A50D-3016B394DCFB}"/>
          </ac:spMkLst>
        </pc:spChg>
        <pc:spChg chg="add">
          <ac:chgData name="Anthony Mark Ochwo" userId="8374fbba-69f0-4f00-975f-e95011f7287d" providerId="ADAL" clId="{7C083068-A02C-4D5F-A0CA-0C3D57FEE117}" dt="2025-11-21T16:02:29.062" v="3" actId="26606"/>
          <ac:spMkLst>
            <pc:docMk/>
            <pc:sldMk cId="1686988326" sldId="259"/>
            <ac:spMk id="13" creationId="{CD8B4F24-440B-49E9-B85D-733523DC064B}"/>
          </ac:spMkLst>
        </pc:spChg>
        <pc:picChg chg="mod ord">
          <ac:chgData name="Anthony Mark Ochwo" userId="8374fbba-69f0-4f00-975f-e95011f7287d" providerId="ADAL" clId="{7C083068-A02C-4D5F-A0CA-0C3D57FEE117}" dt="2025-11-21T16:02:29.062" v="3" actId="26606"/>
          <ac:picMkLst>
            <pc:docMk/>
            <pc:sldMk cId="1686988326" sldId="259"/>
            <ac:picMk id="6" creationId="{BFC6A206-D2DF-A81F-F464-5E74A9789B50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2:34.300" v="4" actId="26606"/>
        <pc:sldMkLst>
          <pc:docMk/>
          <pc:sldMk cId="2704643566" sldId="260"/>
        </pc:sldMkLst>
        <pc:spChg chg="mod">
          <ac:chgData name="Anthony Mark Ochwo" userId="8374fbba-69f0-4f00-975f-e95011f7287d" providerId="ADAL" clId="{7C083068-A02C-4D5F-A0CA-0C3D57FEE117}" dt="2025-11-21T16:02:34.300" v="4" actId="26606"/>
          <ac:spMkLst>
            <pc:docMk/>
            <pc:sldMk cId="2704643566" sldId="260"/>
            <ac:spMk id="2" creationId="{E87A7E6E-B845-49D6-4686-3C14ADD395D9}"/>
          </ac:spMkLst>
        </pc:spChg>
        <pc:spChg chg="mod">
          <ac:chgData name="Anthony Mark Ochwo" userId="8374fbba-69f0-4f00-975f-e95011f7287d" providerId="ADAL" clId="{7C083068-A02C-4D5F-A0CA-0C3D57FEE117}" dt="2025-11-21T16:02:34.300" v="4" actId="26606"/>
          <ac:spMkLst>
            <pc:docMk/>
            <pc:sldMk cId="2704643566" sldId="260"/>
            <ac:spMk id="4" creationId="{DB708A72-6CC5-99BD-A5CB-07596FC3A222}"/>
          </ac:spMkLst>
        </pc:spChg>
        <pc:spChg chg="add">
          <ac:chgData name="Anthony Mark Ochwo" userId="8374fbba-69f0-4f00-975f-e95011f7287d" providerId="ADAL" clId="{7C083068-A02C-4D5F-A0CA-0C3D57FEE117}" dt="2025-11-21T16:02:34.300" v="4" actId="26606"/>
          <ac:spMkLst>
            <pc:docMk/>
            <pc:sldMk cId="2704643566" sldId="260"/>
            <ac:spMk id="13" creationId="{2B97F24A-32CE-4C1C-A50D-3016B394DCFB}"/>
          </ac:spMkLst>
        </pc:spChg>
        <pc:spChg chg="add">
          <ac:chgData name="Anthony Mark Ochwo" userId="8374fbba-69f0-4f00-975f-e95011f7287d" providerId="ADAL" clId="{7C083068-A02C-4D5F-A0CA-0C3D57FEE117}" dt="2025-11-21T16:02:34.300" v="4" actId="26606"/>
          <ac:spMkLst>
            <pc:docMk/>
            <pc:sldMk cId="2704643566" sldId="260"/>
            <ac:spMk id="15" creationId="{CD8B4F24-440B-49E9-B85D-733523DC064B}"/>
          </ac:spMkLst>
        </pc:spChg>
        <pc:picChg chg="mod">
          <ac:chgData name="Anthony Mark Ochwo" userId="8374fbba-69f0-4f00-975f-e95011f7287d" providerId="ADAL" clId="{7C083068-A02C-4D5F-A0CA-0C3D57FEE117}" dt="2025-11-21T16:02:34.300" v="4" actId="26606"/>
          <ac:picMkLst>
            <pc:docMk/>
            <pc:sldMk cId="2704643566" sldId="260"/>
            <ac:picMk id="8" creationId="{1327D2BE-74AB-FC7E-E903-7F228F90E62D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2:38.598" v="5" actId="26606"/>
        <pc:sldMkLst>
          <pc:docMk/>
          <pc:sldMk cId="3166167622" sldId="261"/>
        </pc:sldMkLst>
        <pc:spChg chg="mod">
          <ac:chgData name="Anthony Mark Ochwo" userId="8374fbba-69f0-4f00-975f-e95011f7287d" providerId="ADAL" clId="{7C083068-A02C-4D5F-A0CA-0C3D57FEE117}" dt="2025-11-21T16:02:38.598" v="5" actId="26606"/>
          <ac:spMkLst>
            <pc:docMk/>
            <pc:sldMk cId="3166167622" sldId="261"/>
            <ac:spMk id="2" creationId="{6743625F-DF5E-C5E3-D511-8A89555545E0}"/>
          </ac:spMkLst>
        </pc:spChg>
        <pc:spChg chg="mod">
          <ac:chgData name="Anthony Mark Ochwo" userId="8374fbba-69f0-4f00-975f-e95011f7287d" providerId="ADAL" clId="{7C083068-A02C-4D5F-A0CA-0C3D57FEE117}" dt="2025-11-21T16:02:38.598" v="5" actId="26606"/>
          <ac:spMkLst>
            <pc:docMk/>
            <pc:sldMk cId="3166167622" sldId="261"/>
            <ac:spMk id="4" creationId="{E5382624-8D2E-77A6-78E0-A2709AE2F24B}"/>
          </ac:spMkLst>
        </pc:spChg>
        <pc:spChg chg="add">
          <ac:chgData name="Anthony Mark Ochwo" userId="8374fbba-69f0-4f00-975f-e95011f7287d" providerId="ADAL" clId="{7C083068-A02C-4D5F-A0CA-0C3D57FEE117}" dt="2025-11-21T16:02:38.598" v="5" actId="26606"/>
          <ac:spMkLst>
            <pc:docMk/>
            <pc:sldMk cId="3166167622" sldId="261"/>
            <ac:spMk id="12" creationId="{2B97F24A-32CE-4C1C-A50D-3016B394DCFB}"/>
          </ac:spMkLst>
        </pc:spChg>
        <pc:spChg chg="add">
          <ac:chgData name="Anthony Mark Ochwo" userId="8374fbba-69f0-4f00-975f-e95011f7287d" providerId="ADAL" clId="{7C083068-A02C-4D5F-A0CA-0C3D57FEE117}" dt="2025-11-21T16:02:38.598" v="5" actId="26606"/>
          <ac:spMkLst>
            <pc:docMk/>
            <pc:sldMk cId="3166167622" sldId="261"/>
            <ac:spMk id="14" creationId="{CD8B4F24-440B-49E9-B85D-733523DC064B}"/>
          </ac:spMkLst>
        </pc:spChg>
        <pc:picChg chg="mod">
          <ac:chgData name="Anthony Mark Ochwo" userId="8374fbba-69f0-4f00-975f-e95011f7287d" providerId="ADAL" clId="{7C083068-A02C-4D5F-A0CA-0C3D57FEE117}" dt="2025-11-21T16:02:38.598" v="5" actId="26606"/>
          <ac:picMkLst>
            <pc:docMk/>
            <pc:sldMk cId="3166167622" sldId="261"/>
            <ac:picMk id="7" creationId="{57BB1CAC-F2E2-E5E9-1EF0-3D7DD5384D6C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3:25.331" v="11" actId="26606"/>
        <pc:sldMkLst>
          <pc:docMk/>
          <pc:sldMk cId="1113171829" sldId="262"/>
        </pc:sldMkLst>
        <pc:spChg chg="mod">
          <ac:chgData name="Anthony Mark Ochwo" userId="8374fbba-69f0-4f00-975f-e95011f7287d" providerId="ADAL" clId="{7C083068-A02C-4D5F-A0CA-0C3D57FEE117}" dt="2025-11-21T16:03:25.331" v="11" actId="26606"/>
          <ac:spMkLst>
            <pc:docMk/>
            <pc:sldMk cId="1113171829" sldId="262"/>
            <ac:spMk id="2" creationId="{4C5CBA7A-39E4-4F94-109C-4711F4047E00}"/>
          </ac:spMkLst>
        </pc:spChg>
        <pc:spChg chg="mod">
          <ac:chgData name="Anthony Mark Ochwo" userId="8374fbba-69f0-4f00-975f-e95011f7287d" providerId="ADAL" clId="{7C083068-A02C-4D5F-A0CA-0C3D57FEE117}" dt="2025-11-21T16:03:25.331" v="11" actId="26606"/>
          <ac:spMkLst>
            <pc:docMk/>
            <pc:sldMk cId="1113171829" sldId="262"/>
            <ac:spMk id="4" creationId="{3FAECFA0-0CD8-3676-0F00-D6AE94A5A87F}"/>
          </ac:spMkLst>
        </pc:spChg>
        <pc:spChg chg="add">
          <ac:chgData name="Anthony Mark Ochwo" userId="8374fbba-69f0-4f00-975f-e95011f7287d" providerId="ADAL" clId="{7C083068-A02C-4D5F-A0CA-0C3D57FEE117}" dt="2025-11-21T16:03:25.331" v="11" actId="26606"/>
          <ac:spMkLst>
            <pc:docMk/>
            <pc:sldMk cId="1113171829" sldId="262"/>
            <ac:spMk id="13" creationId="{385E1BDC-A9B0-4A87-82E3-F3187F69A802}"/>
          </ac:spMkLst>
        </pc:spChg>
        <pc:spChg chg="add">
          <ac:chgData name="Anthony Mark Ochwo" userId="8374fbba-69f0-4f00-975f-e95011f7287d" providerId="ADAL" clId="{7C083068-A02C-4D5F-A0CA-0C3D57FEE117}" dt="2025-11-21T16:03:25.331" v="11" actId="26606"/>
          <ac:spMkLst>
            <pc:docMk/>
            <pc:sldMk cId="1113171829" sldId="262"/>
            <ac:spMk id="15" creationId="{0990C621-3B8B-4820-8328-D47EF7CE823C}"/>
          </ac:spMkLst>
        </pc:spChg>
        <pc:spChg chg="add">
          <ac:chgData name="Anthony Mark Ochwo" userId="8374fbba-69f0-4f00-975f-e95011f7287d" providerId="ADAL" clId="{7C083068-A02C-4D5F-A0CA-0C3D57FEE117}" dt="2025-11-21T16:03:25.331" v="11" actId="26606"/>
          <ac:spMkLst>
            <pc:docMk/>
            <pc:sldMk cId="1113171829" sldId="262"/>
            <ac:spMk id="17" creationId="{C1A2385B-1D2A-4E17-84FA-6CB7F0AAE473}"/>
          </ac:spMkLst>
        </pc:spChg>
        <pc:spChg chg="add">
          <ac:chgData name="Anthony Mark Ochwo" userId="8374fbba-69f0-4f00-975f-e95011f7287d" providerId="ADAL" clId="{7C083068-A02C-4D5F-A0CA-0C3D57FEE117}" dt="2025-11-21T16:03:25.331" v="11" actId="26606"/>
          <ac:spMkLst>
            <pc:docMk/>
            <pc:sldMk cId="1113171829" sldId="262"/>
            <ac:spMk id="19" creationId="{5E791F2F-79DB-4CC0-9FA1-001E3E91E8B7}"/>
          </ac:spMkLst>
        </pc:spChg>
        <pc:picChg chg="mod ord">
          <ac:chgData name="Anthony Mark Ochwo" userId="8374fbba-69f0-4f00-975f-e95011f7287d" providerId="ADAL" clId="{7C083068-A02C-4D5F-A0CA-0C3D57FEE117}" dt="2025-11-21T16:03:25.331" v="11" actId="26606"/>
          <ac:picMkLst>
            <pc:docMk/>
            <pc:sldMk cId="1113171829" sldId="262"/>
            <ac:picMk id="6" creationId="{2C2923C8-980E-A488-256B-F00B7D7ABC75}"/>
          </ac:picMkLst>
        </pc:picChg>
        <pc:picChg chg="mod">
          <ac:chgData name="Anthony Mark Ochwo" userId="8374fbba-69f0-4f00-975f-e95011f7287d" providerId="ADAL" clId="{7C083068-A02C-4D5F-A0CA-0C3D57FEE117}" dt="2025-11-21T16:03:25.331" v="11" actId="26606"/>
          <ac:picMkLst>
            <pc:docMk/>
            <pc:sldMk cId="1113171829" sldId="262"/>
            <ac:picMk id="8" creationId="{A1D8C76F-11C6-8599-25A7-CB529B7DD6F0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2:42.262" v="6" actId="26606"/>
        <pc:sldMkLst>
          <pc:docMk/>
          <pc:sldMk cId="2602420393" sldId="263"/>
        </pc:sldMkLst>
        <pc:spChg chg="mod">
          <ac:chgData name="Anthony Mark Ochwo" userId="8374fbba-69f0-4f00-975f-e95011f7287d" providerId="ADAL" clId="{7C083068-A02C-4D5F-A0CA-0C3D57FEE117}" dt="2025-11-21T16:02:42.262" v="6" actId="26606"/>
          <ac:spMkLst>
            <pc:docMk/>
            <pc:sldMk cId="2602420393" sldId="263"/>
            <ac:spMk id="2" creationId="{9B011626-8462-4E99-69D5-1F176B693D28}"/>
          </ac:spMkLst>
        </pc:spChg>
        <pc:spChg chg="mod">
          <ac:chgData name="Anthony Mark Ochwo" userId="8374fbba-69f0-4f00-975f-e95011f7287d" providerId="ADAL" clId="{7C083068-A02C-4D5F-A0CA-0C3D57FEE117}" dt="2025-11-21T16:02:42.262" v="6" actId="26606"/>
          <ac:spMkLst>
            <pc:docMk/>
            <pc:sldMk cId="2602420393" sldId="263"/>
            <ac:spMk id="4" creationId="{90A0F8CE-16EE-97FE-F5DA-CA723A7C838B}"/>
          </ac:spMkLst>
        </pc:spChg>
        <pc:spChg chg="add">
          <ac:chgData name="Anthony Mark Ochwo" userId="8374fbba-69f0-4f00-975f-e95011f7287d" providerId="ADAL" clId="{7C083068-A02C-4D5F-A0CA-0C3D57FEE117}" dt="2025-11-21T16:02:42.262" v="6" actId="26606"/>
          <ac:spMkLst>
            <pc:docMk/>
            <pc:sldMk cId="2602420393" sldId="263"/>
            <ac:spMk id="13" creationId="{2B97F24A-32CE-4C1C-A50D-3016B394DCFB}"/>
          </ac:spMkLst>
        </pc:spChg>
        <pc:spChg chg="add">
          <ac:chgData name="Anthony Mark Ochwo" userId="8374fbba-69f0-4f00-975f-e95011f7287d" providerId="ADAL" clId="{7C083068-A02C-4D5F-A0CA-0C3D57FEE117}" dt="2025-11-21T16:02:42.262" v="6" actId="26606"/>
          <ac:spMkLst>
            <pc:docMk/>
            <pc:sldMk cId="2602420393" sldId="263"/>
            <ac:spMk id="15" creationId="{CD8B4F24-440B-49E9-B85D-733523DC064B}"/>
          </ac:spMkLst>
        </pc:spChg>
        <pc:picChg chg="mod">
          <ac:chgData name="Anthony Mark Ochwo" userId="8374fbba-69f0-4f00-975f-e95011f7287d" providerId="ADAL" clId="{7C083068-A02C-4D5F-A0CA-0C3D57FEE117}" dt="2025-11-21T16:02:42.262" v="6" actId="26606"/>
          <ac:picMkLst>
            <pc:docMk/>
            <pc:sldMk cId="2602420393" sldId="263"/>
            <ac:picMk id="8" creationId="{9E0B8E4C-6C60-C1E3-832D-708EDF426D97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2:59.396" v="9" actId="14100"/>
        <pc:sldMkLst>
          <pc:docMk/>
          <pc:sldMk cId="1486272092" sldId="264"/>
        </pc:sldMkLst>
        <pc:spChg chg="mod">
          <ac:chgData name="Anthony Mark Ochwo" userId="8374fbba-69f0-4f00-975f-e95011f7287d" providerId="ADAL" clId="{7C083068-A02C-4D5F-A0CA-0C3D57FEE117}" dt="2025-11-21T16:02:51.067" v="7" actId="26606"/>
          <ac:spMkLst>
            <pc:docMk/>
            <pc:sldMk cId="1486272092" sldId="264"/>
            <ac:spMk id="2" creationId="{1BC06D0B-549E-4F31-7DE4-0D9E53E8B53E}"/>
          </ac:spMkLst>
        </pc:spChg>
        <pc:spChg chg="mod">
          <ac:chgData name="Anthony Mark Ochwo" userId="8374fbba-69f0-4f00-975f-e95011f7287d" providerId="ADAL" clId="{7C083068-A02C-4D5F-A0CA-0C3D57FEE117}" dt="2025-11-21T16:02:51.067" v="7" actId="26606"/>
          <ac:spMkLst>
            <pc:docMk/>
            <pc:sldMk cId="1486272092" sldId="264"/>
            <ac:spMk id="4" creationId="{A38E5664-66F3-6DC1-A5B6-54A8E27053E6}"/>
          </ac:spMkLst>
        </pc:spChg>
        <pc:spChg chg="add">
          <ac:chgData name="Anthony Mark Ochwo" userId="8374fbba-69f0-4f00-975f-e95011f7287d" providerId="ADAL" clId="{7C083068-A02C-4D5F-A0CA-0C3D57FEE117}" dt="2025-11-21T16:02:51.067" v="7" actId="26606"/>
          <ac:spMkLst>
            <pc:docMk/>
            <pc:sldMk cId="1486272092" sldId="264"/>
            <ac:spMk id="15" creationId="{69D47016-023F-44BD-981C-50E7A10A6609}"/>
          </ac:spMkLst>
        </pc:spChg>
        <pc:spChg chg="add">
          <ac:chgData name="Anthony Mark Ochwo" userId="8374fbba-69f0-4f00-975f-e95011f7287d" providerId="ADAL" clId="{7C083068-A02C-4D5F-A0CA-0C3D57FEE117}" dt="2025-11-21T16:02:51.067" v="7" actId="26606"/>
          <ac:spMkLst>
            <pc:docMk/>
            <pc:sldMk cId="1486272092" sldId="264"/>
            <ac:spMk id="17" creationId="{6D8B37B0-0682-433E-BC8D-498C04ABD9A7}"/>
          </ac:spMkLst>
        </pc:spChg>
        <pc:picChg chg="mod ord">
          <ac:chgData name="Anthony Mark Ochwo" userId="8374fbba-69f0-4f00-975f-e95011f7287d" providerId="ADAL" clId="{7C083068-A02C-4D5F-A0CA-0C3D57FEE117}" dt="2025-11-21T16:02:59.396" v="9" actId="14100"/>
          <ac:picMkLst>
            <pc:docMk/>
            <pc:sldMk cId="1486272092" sldId="264"/>
            <ac:picMk id="7" creationId="{1A293E35-68FA-D7D9-4CA8-85058B0323DE}"/>
          </ac:picMkLst>
        </pc:picChg>
        <pc:picChg chg="mod">
          <ac:chgData name="Anthony Mark Ochwo" userId="8374fbba-69f0-4f00-975f-e95011f7287d" providerId="ADAL" clId="{7C083068-A02C-4D5F-A0CA-0C3D57FEE117}" dt="2025-11-21T16:02:51.067" v="7" actId="26606"/>
          <ac:picMkLst>
            <pc:docMk/>
            <pc:sldMk cId="1486272092" sldId="264"/>
            <ac:picMk id="10" creationId="{72048F7E-FDDC-13C0-053F-62EEB9617279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3:17.131" v="10" actId="26606"/>
        <pc:sldMkLst>
          <pc:docMk/>
          <pc:sldMk cId="2003024908" sldId="265"/>
        </pc:sldMkLst>
        <pc:spChg chg="mod">
          <ac:chgData name="Anthony Mark Ochwo" userId="8374fbba-69f0-4f00-975f-e95011f7287d" providerId="ADAL" clId="{7C083068-A02C-4D5F-A0CA-0C3D57FEE117}" dt="2025-11-21T16:03:17.131" v="10" actId="26606"/>
          <ac:spMkLst>
            <pc:docMk/>
            <pc:sldMk cId="2003024908" sldId="265"/>
            <ac:spMk id="2" creationId="{C88ADA0F-6F9C-CC8C-0837-E4868CC8E0AA}"/>
          </ac:spMkLst>
        </pc:spChg>
        <pc:spChg chg="mod">
          <ac:chgData name="Anthony Mark Ochwo" userId="8374fbba-69f0-4f00-975f-e95011f7287d" providerId="ADAL" clId="{7C083068-A02C-4D5F-A0CA-0C3D57FEE117}" dt="2025-11-21T16:03:17.131" v="10" actId="26606"/>
          <ac:spMkLst>
            <pc:docMk/>
            <pc:sldMk cId="2003024908" sldId="265"/>
            <ac:spMk id="4" creationId="{9ED0398B-783F-79BB-EEE1-2616D021A2E0}"/>
          </ac:spMkLst>
        </pc:spChg>
        <pc:spChg chg="add">
          <ac:chgData name="Anthony Mark Ochwo" userId="8374fbba-69f0-4f00-975f-e95011f7287d" providerId="ADAL" clId="{7C083068-A02C-4D5F-A0CA-0C3D57FEE117}" dt="2025-11-21T16:03:17.131" v="10" actId="26606"/>
          <ac:spMkLst>
            <pc:docMk/>
            <pc:sldMk cId="2003024908" sldId="265"/>
            <ac:spMk id="17" creationId="{0550F5B9-399F-4FAD-AE6C-ED65F9A43A74}"/>
          </ac:spMkLst>
        </pc:spChg>
        <pc:spChg chg="add">
          <ac:chgData name="Anthony Mark Ochwo" userId="8374fbba-69f0-4f00-975f-e95011f7287d" providerId="ADAL" clId="{7C083068-A02C-4D5F-A0CA-0C3D57FEE117}" dt="2025-11-21T16:03:17.131" v="10" actId="26606"/>
          <ac:spMkLst>
            <pc:docMk/>
            <pc:sldMk cId="2003024908" sldId="265"/>
            <ac:spMk id="19" creationId="{C062E60F-5CD4-4268-8359-8076634680E5}"/>
          </ac:spMkLst>
        </pc:spChg>
        <pc:spChg chg="add">
          <ac:chgData name="Anthony Mark Ochwo" userId="8374fbba-69f0-4f00-975f-e95011f7287d" providerId="ADAL" clId="{7C083068-A02C-4D5F-A0CA-0C3D57FEE117}" dt="2025-11-21T16:03:17.131" v="10" actId="26606"/>
          <ac:spMkLst>
            <pc:docMk/>
            <pc:sldMk cId="2003024908" sldId="265"/>
            <ac:spMk id="21" creationId="{BB341EC3-1810-4D33-BA3F-E2D0AA0ECFB6}"/>
          </ac:spMkLst>
        </pc:spChg>
        <pc:spChg chg="add">
          <ac:chgData name="Anthony Mark Ochwo" userId="8374fbba-69f0-4f00-975f-e95011f7287d" providerId="ADAL" clId="{7C083068-A02C-4D5F-A0CA-0C3D57FEE117}" dt="2025-11-21T16:03:17.131" v="10" actId="26606"/>
          <ac:spMkLst>
            <pc:docMk/>
            <pc:sldMk cId="2003024908" sldId="265"/>
            <ac:spMk id="23" creationId="{10127CDE-2B99-47A8-BB3C-7D17519105E0}"/>
          </ac:spMkLst>
        </pc:spChg>
        <pc:picChg chg="mod ord">
          <ac:chgData name="Anthony Mark Ochwo" userId="8374fbba-69f0-4f00-975f-e95011f7287d" providerId="ADAL" clId="{7C083068-A02C-4D5F-A0CA-0C3D57FEE117}" dt="2025-11-21T16:03:17.131" v="10" actId="26606"/>
          <ac:picMkLst>
            <pc:docMk/>
            <pc:sldMk cId="2003024908" sldId="265"/>
            <ac:picMk id="7" creationId="{3CB503FA-5B29-F8CA-0104-0EC57856D6D3}"/>
          </ac:picMkLst>
        </pc:picChg>
        <pc:picChg chg="mod">
          <ac:chgData name="Anthony Mark Ochwo" userId="8374fbba-69f0-4f00-975f-e95011f7287d" providerId="ADAL" clId="{7C083068-A02C-4D5F-A0CA-0C3D57FEE117}" dt="2025-11-21T16:03:17.131" v="10" actId="26606"/>
          <ac:picMkLst>
            <pc:docMk/>
            <pc:sldMk cId="2003024908" sldId="265"/>
            <ac:picMk id="10" creationId="{5EFE1BAE-837B-1177-68A1-224992BDB7F0}"/>
          </ac:picMkLst>
        </pc:picChg>
        <pc:picChg chg="mod">
          <ac:chgData name="Anthony Mark Ochwo" userId="8374fbba-69f0-4f00-975f-e95011f7287d" providerId="ADAL" clId="{7C083068-A02C-4D5F-A0CA-0C3D57FEE117}" dt="2025-11-21T16:03:17.131" v="10" actId="26606"/>
          <ac:picMkLst>
            <pc:docMk/>
            <pc:sldMk cId="2003024908" sldId="265"/>
            <ac:picMk id="12" creationId="{D650CBE5-7FFD-3255-6088-941EFBE3914E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3:42.399" v="12" actId="26606"/>
        <pc:sldMkLst>
          <pc:docMk/>
          <pc:sldMk cId="565895981" sldId="266"/>
        </pc:sldMkLst>
        <pc:spChg chg="mod">
          <ac:chgData name="Anthony Mark Ochwo" userId="8374fbba-69f0-4f00-975f-e95011f7287d" providerId="ADAL" clId="{7C083068-A02C-4D5F-A0CA-0C3D57FEE117}" dt="2025-11-21T16:03:42.399" v="12" actId="26606"/>
          <ac:spMkLst>
            <pc:docMk/>
            <pc:sldMk cId="565895981" sldId="266"/>
            <ac:spMk id="2" creationId="{470F2378-717F-BC09-3ADB-05F5DA1F01C0}"/>
          </ac:spMkLst>
        </pc:spChg>
        <pc:spChg chg="mod">
          <ac:chgData name="Anthony Mark Ochwo" userId="8374fbba-69f0-4f00-975f-e95011f7287d" providerId="ADAL" clId="{7C083068-A02C-4D5F-A0CA-0C3D57FEE117}" dt="2025-11-21T16:03:42.399" v="12" actId="26606"/>
          <ac:spMkLst>
            <pc:docMk/>
            <pc:sldMk cId="565895981" sldId="266"/>
            <ac:spMk id="4" creationId="{C3C96CF1-7350-41A3-E4FB-BA79550BFB93}"/>
          </ac:spMkLst>
        </pc:spChg>
        <pc:spChg chg="add">
          <ac:chgData name="Anthony Mark Ochwo" userId="8374fbba-69f0-4f00-975f-e95011f7287d" providerId="ADAL" clId="{7C083068-A02C-4D5F-A0CA-0C3D57FEE117}" dt="2025-11-21T16:03:42.399" v="12" actId="26606"/>
          <ac:spMkLst>
            <pc:docMk/>
            <pc:sldMk cId="565895981" sldId="266"/>
            <ac:spMk id="17" creationId="{26FF42C2-EA15-4154-B242-E98E88CED99C}"/>
          </ac:spMkLst>
        </pc:spChg>
        <pc:spChg chg="add">
          <ac:chgData name="Anthony Mark Ochwo" userId="8374fbba-69f0-4f00-975f-e95011f7287d" providerId="ADAL" clId="{7C083068-A02C-4D5F-A0CA-0C3D57FEE117}" dt="2025-11-21T16:03:42.399" v="12" actId="26606"/>
          <ac:spMkLst>
            <pc:docMk/>
            <pc:sldMk cId="565895981" sldId="266"/>
            <ac:spMk id="19" creationId="{D79DE9F7-28C4-4856-BA57-D696E124C137}"/>
          </ac:spMkLst>
        </pc:spChg>
        <pc:spChg chg="add">
          <ac:chgData name="Anthony Mark Ochwo" userId="8374fbba-69f0-4f00-975f-e95011f7287d" providerId="ADAL" clId="{7C083068-A02C-4D5F-A0CA-0C3D57FEE117}" dt="2025-11-21T16:03:42.399" v="12" actId="26606"/>
          <ac:spMkLst>
            <pc:docMk/>
            <pc:sldMk cId="565895981" sldId="266"/>
            <ac:spMk id="21" creationId="{E1F9ED9C-121B-44C6-A308-5824769C40D5}"/>
          </ac:spMkLst>
        </pc:spChg>
        <pc:spChg chg="add">
          <ac:chgData name="Anthony Mark Ochwo" userId="8374fbba-69f0-4f00-975f-e95011f7287d" providerId="ADAL" clId="{7C083068-A02C-4D5F-A0CA-0C3D57FEE117}" dt="2025-11-21T16:03:42.399" v="12" actId="26606"/>
          <ac:spMkLst>
            <pc:docMk/>
            <pc:sldMk cId="565895981" sldId="266"/>
            <ac:spMk id="23" creationId="{4A5F8185-F27B-4E99-A06C-007336FE3F2D}"/>
          </ac:spMkLst>
        </pc:spChg>
        <pc:picChg chg="mod ord">
          <ac:chgData name="Anthony Mark Ochwo" userId="8374fbba-69f0-4f00-975f-e95011f7287d" providerId="ADAL" clId="{7C083068-A02C-4D5F-A0CA-0C3D57FEE117}" dt="2025-11-21T16:03:42.399" v="12" actId="26606"/>
          <ac:picMkLst>
            <pc:docMk/>
            <pc:sldMk cId="565895981" sldId="266"/>
            <ac:picMk id="6" creationId="{2986D32F-8205-EC3A-1653-6B38FB444581}"/>
          </ac:picMkLst>
        </pc:picChg>
        <pc:picChg chg="mod ord">
          <ac:chgData name="Anthony Mark Ochwo" userId="8374fbba-69f0-4f00-975f-e95011f7287d" providerId="ADAL" clId="{7C083068-A02C-4D5F-A0CA-0C3D57FEE117}" dt="2025-11-21T16:03:42.399" v="12" actId="26606"/>
          <ac:picMkLst>
            <pc:docMk/>
            <pc:sldMk cId="565895981" sldId="266"/>
            <ac:picMk id="10" creationId="{7D3B8F67-2B38-B9D0-9591-DA0C221FBD04}"/>
          </ac:picMkLst>
        </pc:picChg>
        <pc:picChg chg="mod">
          <ac:chgData name="Anthony Mark Ochwo" userId="8374fbba-69f0-4f00-975f-e95011f7287d" providerId="ADAL" clId="{7C083068-A02C-4D5F-A0CA-0C3D57FEE117}" dt="2025-11-21T16:03:42.399" v="12" actId="26606"/>
          <ac:picMkLst>
            <pc:docMk/>
            <pc:sldMk cId="565895981" sldId="266"/>
            <ac:picMk id="12" creationId="{BE87C8CF-85FD-46A4-38D7-2203536BBBF2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3:47.785" v="13" actId="26606"/>
        <pc:sldMkLst>
          <pc:docMk/>
          <pc:sldMk cId="3566682194" sldId="267"/>
        </pc:sldMkLst>
        <pc:spChg chg="mod">
          <ac:chgData name="Anthony Mark Ochwo" userId="8374fbba-69f0-4f00-975f-e95011f7287d" providerId="ADAL" clId="{7C083068-A02C-4D5F-A0CA-0C3D57FEE117}" dt="2025-11-21T16:03:47.785" v="13" actId="26606"/>
          <ac:spMkLst>
            <pc:docMk/>
            <pc:sldMk cId="3566682194" sldId="267"/>
            <ac:spMk id="2" creationId="{C007F14A-DBAB-DF92-5ABA-017778E0811B}"/>
          </ac:spMkLst>
        </pc:spChg>
        <pc:spChg chg="mod">
          <ac:chgData name="Anthony Mark Ochwo" userId="8374fbba-69f0-4f00-975f-e95011f7287d" providerId="ADAL" clId="{7C083068-A02C-4D5F-A0CA-0C3D57FEE117}" dt="2025-11-21T16:03:47.785" v="13" actId="26606"/>
          <ac:spMkLst>
            <pc:docMk/>
            <pc:sldMk cId="3566682194" sldId="267"/>
            <ac:spMk id="4" creationId="{2BAECD75-CDAC-31BE-75C9-1098446FCF1F}"/>
          </ac:spMkLst>
        </pc:spChg>
        <pc:spChg chg="add">
          <ac:chgData name="Anthony Mark Ochwo" userId="8374fbba-69f0-4f00-975f-e95011f7287d" providerId="ADAL" clId="{7C083068-A02C-4D5F-A0CA-0C3D57FEE117}" dt="2025-11-21T16:03:47.785" v="13" actId="26606"/>
          <ac:spMkLst>
            <pc:docMk/>
            <pc:sldMk cId="3566682194" sldId="267"/>
            <ac:spMk id="14" creationId="{69D47016-023F-44BD-981C-50E7A10A6609}"/>
          </ac:spMkLst>
        </pc:spChg>
        <pc:spChg chg="add">
          <ac:chgData name="Anthony Mark Ochwo" userId="8374fbba-69f0-4f00-975f-e95011f7287d" providerId="ADAL" clId="{7C083068-A02C-4D5F-A0CA-0C3D57FEE117}" dt="2025-11-21T16:03:47.785" v="13" actId="26606"/>
          <ac:spMkLst>
            <pc:docMk/>
            <pc:sldMk cId="3566682194" sldId="267"/>
            <ac:spMk id="16" creationId="{6D8B37B0-0682-433E-BC8D-498C04ABD9A7}"/>
          </ac:spMkLst>
        </pc:spChg>
        <pc:picChg chg="mod ord">
          <ac:chgData name="Anthony Mark Ochwo" userId="8374fbba-69f0-4f00-975f-e95011f7287d" providerId="ADAL" clId="{7C083068-A02C-4D5F-A0CA-0C3D57FEE117}" dt="2025-11-21T16:03:47.785" v="13" actId="26606"/>
          <ac:picMkLst>
            <pc:docMk/>
            <pc:sldMk cId="3566682194" sldId="267"/>
            <ac:picMk id="7" creationId="{69A91C29-1E04-32C9-337C-D4C6E13F9E74}"/>
          </ac:picMkLst>
        </pc:picChg>
        <pc:picChg chg="mod">
          <ac:chgData name="Anthony Mark Ochwo" userId="8374fbba-69f0-4f00-975f-e95011f7287d" providerId="ADAL" clId="{7C083068-A02C-4D5F-A0CA-0C3D57FEE117}" dt="2025-11-21T16:03:47.785" v="13" actId="26606"/>
          <ac:picMkLst>
            <pc:docMk/>
            <pc:sldMk cId="3566682194" sldId="267"/>
            <ac:picMk id="9" creationId="{F9F4AE25-DCB1-C21D-B165-AE8DB09797BD}"/>
          </ac:picMkLst>
        </pc:picChg>
      </pc:sldChg>
      <pc:sldChg chg="addSp delSp modSp mod setBg">
        <pc:chgData name="Anthony Mark Ochwo" userId="8374fbba-69f0-4f00-975f-e95011f7287d" providerId="ADAL" clId="{7C083068-A02C-4D5F-A0CA-0C3D57FEE117}" dt="2025-11-21T16:03:55.100" v="16" actId="26606"/>
        <pc:sldMkLst>
          <pc:docMk/>
          <pc:sldMk cId="2093917363" sldId="269"/>
        </pc:sldMkLst>
        <pc:spChg chg="mod">
          <ac:chgData name="Anthony Mark Ochwo" userId="8374fbba-69f0-4f00-975f-e95011f7287d" providerId="ADAL" clId="{7C083068-A02C-4D5F-A0CA-0C3D57FEE117}" dt="2025-11-21T16:03:55.100" v="16" actId="26606"/>
          <ac:spMkLst>
            <pc:docMk/>
            <pc:sldMk cId="2093917363" sldId="269"/>
            <ac:spMk id="2" creationId="{86D9CA71-B1C0-DE6A-80B0-AFE6B8F8A05B}"/>
          </ac:spMkLst>
        </pc:spChg>
        <pc:spChg chg="mod">
          <ac:chgData name="Anthony Mark Ochwo" userId="8374fbba-69f0-4f00-975f-e95011f7287d" providerId="ADAL" clId="{7C083068-A02C-4D5F-A0CA-0C3D57FEE117}" dt="2025-11-21T16:03:55.100" v="16" actId="26606"/>
          <ac:spMkLst>
            <pc:docMk/>
            <pc:sldMk cId="2093917363" sldId="269"/>
            <ac:spMk id="4" creationId="{4915813D-CAAA-1ACC-0E0F-D345D3824CE4}"/>
          </ac:spMkLst>
        </pc:spChg>
        <pc:spChg chg="add del">
          <ac:chgData name="Anthony Mark Ochwo" userId="8374fbba-69f0-4f00-975f-e95011f7287d" providerId="ADAL" clId="{7C083068-A02C-4D5F-A0CA-0C3D57FEE117}" dt="2025-11-21T16:03:55.084" v="15" actId="26606"/>
          <ac:spMkLst>
            <pc:docMk/>
            <pc:sldMk cId="2093917363" sldId="269"/>
            <ac:spMk id="13" creationId="{69D47016-023F-44BD-981C-50E7A10A6609}"/>
          </ac:spMkLst>
        </pc:spChg>
        <pc:spChg chg="add del">
          <ac:chgData name="Anthony Mark Ochwo" userId="8374fbba-69f0-4f00-975f-e95011f7287d" providerId="ADAL" clId="{7C083068-A02C-4D5F-A0CA-0C3D57FEE117}" dt="2025-11-21T16:03:55.084" v="15" actId="26606"/>
          <ac:spMkLst>
            <pc:docMk/>
            <pc:sldMk cId="2093917363" sldId="269"/>
            <ac:spMk id="15" creationId="{6D8B37B0-0682-433E-BC8D-498C04ABD9A7}"/>
          </ac:spMkLst>
        </pc:spChg>
        <pc:spChg chg="add">
          <ac:chgData name="Anthony Mark Ochwo" userId="8374fbba-69f0-4f00-975f-e95011f7287d" providerId="ADAL" clId="{7C083068-A02C-4D5F-A0CA-0C3D57FEE117}" dt="2025-11-21T16:03:55.100" v="16" actId="26606"/>
          <ac:spMkLst>
            <pc:docMk/>
            <pc:sldMk cId="2093917363" sldId="269"/>
            <ac:spMk id="17" creationId="{C1A2385B-1D2A-4E17-84FA-6CB7F0AAE473}"/>
          </ac:spMkLst>
        </pc:spChg>
        <pc:spChg chg="add">
          <ac:chgData name="Anthony Mark Ochwo" userId="8374fbba-69f0-4f00-975f-e95011f7287d" providerId="ADAL" clId="{7C083068-A02C-4D5F-A0CA-0C3D57FEE117}" dt="2025-11-21T16:03:55.100" v="16" actId="26606"/>
          <ac:spMkLst>
            <pc:docMk/>
            <pc:sldMk cId="2093917363" sldId="269"/>
            <ac:spMk id="18" creationId="{385E1BDC-A9B0-4A87-82E3-F3187F69A802}"/>
          </ac:spMkLst>
        </pc:spChg>
        <pc:spChg chg="add">
          <ac:chgData name="Anthony Mark Ochwo" userId="8374fbba-69f0-4f00-975f-e95011f7287d" providerId="ADAL" clId="{7C083068-A02C-4D5F-A0CA-0C3D57FEE117}" dt="2025-11-21T16:03:55.100" v="16" actId="26606"/>
          <ac:spMkLst>
            <pc:docMk/>
            <pc:sldMk cId="2093917363" sldId="269"/>
            <ac:spMk id="19" creationId="{5E791F2F-79DB-4CC0-9FA1-001E3E91E8B7}"/>
          </ac:spMkLst>
        </pc:spChg>
        <pc:spChg chg="add">
          <ac:chgData name="Anthony Mark Ochwo" userId="8374fbba-69f0-4f00-975f-e95011f7287d" providerId="ADAL" clId="{7C083068-A02C-4D5F-A0CA-0C3D57FEE117}" dt="2025-11-21T16:03:55.100" v="16" actId="26606"/>
          <ac:spMkLst>
            <pc:docMk/>
            <pc:sldMk cId="2093917363" sldId="269"/>
            <ac:spMk id="20" creationId="{0990C621-3B8B-4820-8328-D47EF7CE823C}"/>
          </ac:spMkLst>
        </pc:spChg>
        <pc:picChg chg="mod ord">
          <ac:chgData name="Anthony Mark Ochwo" userId="8374fbba-69f0-4f00-975f-e95011f7287d" providerId="ADAL" clId="{7C083068-A02C-4D5F-A0CA-0C3D57FEE117}" dt="2025-11-21T16:03:55.100" v="16" actId="26606"/>
          <ac:picMkLst>
            <pc:docMk/>
            <pc:sldMk cId="2093917363" sldId="269"/>
            <ac:picMk id="6" creationId="{B533FD2F-D628-3744-4E8C-15946447296F}"/>
          </ac:picMkLst>
        </pc:picChg>
        <pc:picChg chg="mod">
          <ac:chgData name="Anthony Mark Ochwo" userId="8374fbba-69f0-4f00-975f-e95011f7287d" providerId="ADAL" clId="{7C083068-A02C-4D5F-A0CA-0C3D57FEE117}" dt="2025-11-21T16:03:55.100" v="16" actId="26606"/>
          <ac:picMkLst>
            <pc:docMk/>
            <pc:sldMk cId="2093917363" sldId="269"/>
            <ac:picMk id="8" creationId="{93685A7E-F4F4-98E6-63EB-6A8F29EEE7F7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4:04.253" v="17" actId="26606"/>
        <pc:sldMkLst>
          <pc:docMk/>
          <pc:sldMk cId="576315564" sldId="270"/>
        </pc:sldMkLst>
        <pc:spChg chg="mod">
          <ac:chgData name="Anthony Mark Ochwo" userId="8374fbba-69f0-4f00-975f-e95011f7287d" providerId="ADAL" clId="{7C083068-A02C-4D5F-A0CA-0C3D57FEE117}" dt="2025-11-21T16:04:04.253" v="17" actId="26606"/>
          <ac:spMkLst>
            <pc:docMk/>
            <pc:sldMk cId="576315564" sldId="270"/>
            <ac:spMk id="2" creationId="{F34E3CD9-9AC1-E39D-D62E-93CCA7E9265B}"/>
          </ac:spMkLst>
        </pc:spChg>
        <pc:spChg chg="mod">
          <ac:chgData name="Anthony Mark Ochwo" userId="8374fbba-69f0-4f00-975f-e95011f7287d" providerId="ADAL" clId="{7C083068-A02C-4D5F-A0CA-0C3D57FEE117}" dt="2025-11-21T16:04:04.253" v="17" actId="26606"/>
          <ac:spMkLst>
            <pc:docMk/>
            <pc:sldMk cId="576315564" sldId="270"/>
            <ac:spMk id="4" creationId="{016C3060-215B-CF9A-D7E3-B8818A065B00}"/>
          </ac:spMkLst>
        </pc:spChg>
        <pc:spChg chg="add">
          <ac:chgData name="Anthony Mark Ochwo" userId="8374fbba-69f0-4f00-975f-e95011f7287d" providerId="ADAL" clId="{7C083068-A02C-4D5F-A0CA-0C3D57FEE117}" dt="2025-11-21T16:04:04.253" v="17" actId="26606"/>
          <ac:spMkLst>
            <pc:docMk/>
            <pc:sldMk cId="576315564" sldId="270"/>
            <ac:spMk id="11" creationId="{2B97F24A-32CE-4C1C-A50D-3016B394DCFB}"/>
          </ac:spMkLst>
        </pc:spChg>
        <pc:spChg chg="add">
          <ac:chgData name="Anthony Mark Ochwo" userId="8374fbba-69f0-4f00-975f-e95011f7287d" providerId="ADAL" clId="{7C083068-A02C-4D5F-A0CA-0C3D57FEE117}" dt="2025-11-21T16:04:04.253" v="17" actId="26606"/>
          <ac:spMkLst>
            <pc:docMk/>
            <pc:sldMk cId="576315564" sldId="270"/>
            <ac:spMk id="13" creationId="{CD8B4F24-440B-49E9-B85D-733523DC064B}"/>
          </ac:spMkLst>
        </pc:spChg>
        <pc:picChg chg="mod ord">
          <ac:chgData name="Anthony Mark Ochwo" userId="8374fbba-69f0-4f00-975f-e95011f7287d" providerId="ADAL" clId="{7C083068-A02C-4D5F-A0CA-0C3D57FEE117}" dt="2025-11-21T16:04:04.253" v="17" actId="26606"/>
          <ac:picMkLst>
            <pc:docMk/>
            <pc:sldMk cId="576315564" sldId="270"/>
            <ac:picMk id="6" creationId="{5C340179-A0F6-E303-D4A0-9951BC5DB101}"/>
          </ac:picMkLst>
        </pc:picChg>
      </pc:sldChg>
      <pc:sldChg chg="addSp modSp mod setBg">
        <pc:chgData name="Anthony Mark Ochwo" userId="8374fbba-69f0-4f00-975f-e95011f7287d" providerId="ADAL" clId="{7C083068-A02C-4D5F-A0CA-0C3D57FEE117}" dt="2025-11-21T16:04:13.619" v="20" actId="27614"/>
        <pc:sldMkLst>
          <pc:docMk/>
          <pc:sldMk cId="1927155480" sldId="271"/>
        </pc:sldMkLst>
        <pc:spChg chg="mod">
          <ac:chgData name="Anthony Mark Ochwo" userId="8374fbba-69f0-4f00-975f-e95011f7287d" providerId="ADAL" clId="{7C083068-A02C-4D5F-A0CA-0C3D57FEE117}" dt="2025-11-21T16:04:09.223" v="18" actId="26606"/>
          <ac:spMkLst>
            <pc:docMk/>
            <pc:sldMk cId="1927155480" sldId="271"/>
            <ac:spMk id="2" creationId="{684CFDF9-1DA3-F059-D83E-2FE82D40FC29}"/>
          </ac:spMkLst>
        </pc:spChg>
        <pc:spChg chg="mod">
          <ac:chgData name="Anthony Mark Ochwo" userId="8374fbba-69f0-4f00-975f-e95011f7287d" providerId="ADAL" clId="{7C083068-A02C-4D5F-A0CA-0C3D57FEE117}" dt="2025-11-21T16:04:09.223" v="18" actId="26606"/>
          <ac:spMkLst>
            <pc:docMk/>
            <pc:sldMk cId="1927155480" sldId="271"/>
            <ac:spMk id="4" creationId="{4EA313B0-858F-9CF1-7A96-79B9CC6DDD40}"/>
          </ac:spMkLst>
        </pc:spChg>
        <pc:spChg chg="add">
          <ac:chgData name="Anthony Mark Ochwo" userId="8374fbba-69f0-4f00-975f-e95011f7287d" providerId="ADAL" clId="{7C083068-A02C-4D5F-A0CA-0C3D57FEE117}" dt="2025-11-21T16:04:09.223" v="18" actId="26606"/>
          <ac:spMkLst>
            <pc:docMk/>
            <pc:sldMk cId="1927155480" sldId="271"/>
            <ac:spMk id="13" creationId="{385E1BDC-A9B0-4A87-82E3-F3187F69A802}"/>
          </ac:spMkLst>
        </pc:spChg>
        <pc:spChg chg="add">
          <ac:chgData name="Anthony Mark Ochwo" userId="8374fbba-69f0-4f00-975f-e95011f7287d" providerId="ADAL" clId="{7C083068-A02C-4D5F-A0CA-0C3D57FEE117}" dt="2025-11-21T16:04:09.223" v="18" actId="26606"/>
          <ac:spMkLst>
            <pc:docMk/>
            <pc:sldMk cId="1927155480" sldId="271"/>
            <ac:spMk id="15" creationId="{0990C621-3B8B-4820-8328-D47EF7CE823C}"/>
          </ac:spMkLst>
        </pc:spChg>
        <pc:spChg chg="add">
          <ac:chgData name="Anthony Mark Ochwo" userId="8374fbba-69f0-4f00-975f-e95011f7287d" providerId="ADAL" clId="{7C083068-A02C-4D5F-A0CA-0C3D57FEE117}" dt="2025-11-21T16:04:09.223" v="18" actId="26606"/>
          <ac:spMkLst>
            <pc:docMk/>
            <pc:sldMk cId="1927155480" sldId="271"/>
            <ac:spMk id="17" creationId="{C1A2385B-1D2A-4E17-84FA-6CB7F0AAE473}"/>
          </ac:spMkLst>
        </pc:spChg>
        <pc:spChg chg="add">
          <ac:chgData name="Anthony Mark Ochwo" userId="8374fbba-69f0-4f00-975f-e95011f7287d" providerId="ADAL" clId="{7C083068-A02C-4D5F-A0CA-0C3D57FEE117}" dt="2025-11-21T16:04:09.223" v="18" actId="26606"/>
          <ac:spMkLst>
            <pc:docMk/>
            <pc:sldMk cId="1927155480" sldId="271"/>
            <ac:spMk id="19" creationId="{5E791F2F-79DB-4CC0-9FA1-001E3E91E8B7}"/>
          </ac:spMkLst>
        </pc:spChg>
        <pc:picChg chg="mod ord">
          <ac:chgData name="Anthony Mark Ochwo" userId="8374fbba-69f0-4f00-975f-e95011f7287d" providerId="ADAL" clId="{7C083068-A02C-4D5F-A0CA-0C3D57FEE117}" dt="2025-11-21T16:04:13.107" v="19" actId="27614"/>
          <ac:picMkLst>
            <pc:docMk/>
            <pc:sldMk cId="1927155480" sldId="271"/>
            <ac:picMk id="6" creationId="{204E9037-E7C2-975F-9956-0D914F7C2DC9}"/>
          </ac:picMkLst>
        </pc:picChg>
        <pc:picChg chg="mod">
          <ac:chgData name="Anthony Mark Ochwo" userId="8374fbba-69f0-4f00-975f-e95011f7287d" providerId="ADAL" clId="{7C083068-A02C-4D5F-A0CA-0C3D57FEE117}" dt="2025-11-21T16:04:13.619" v="20" actId="27614"/>
          <ac:picMkLst>
            <pc:docMk/>
            <pc:sldMk cId="1927155480" sldId="271"/>
            <ac:picMk id="8" creationId="{87B834EC-5FB9-6598-8469-97F1A5AD6F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958D-86E8-5984-91D6-610053444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8328C-57A8-7C95-5122-DBFB39029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2D9D2-B574-184B-9091-DD2FFD56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D1592-FB60-B9D2-0D6E-9A52C67D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991FA-8EE2-62D4-A973-9CD278AF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63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C6B2-E0F3-9EC0-DF3D-F2174950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90A84-6519-5DF0-93D4-93CFD4897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AC86D-612F-70D0-BB45-9035B06B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8761A-996D-43F3-F15F-1A13518FC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FD2C7-D4D8-A78C-168E-B786FCFB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18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E2997-C813-4C9A-E259-CB71A51D1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C63FD-0697-F6FF-1590-AA01F89AF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44488-7D96-CD44-0DBC-EFBF5FE4A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270D6-A70F-A0B1-82C7-13C10F42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7975F-E6DC-E333-5202-0FDB76F0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921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0E5B-1A86-EBB6-0DD6-CCD3C7F8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23D87-FC98-8F2A-A525-6B1043AE9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3D06D-6B80-F3EE-154C-7EA66BCB1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66171-662F-EEB4-2E52-345CDFA8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7E946-D41E-CA10-43B8-2B7C5747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B0499-3F9A-155F-1C9D-76EE6F55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540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AAADF-30BF-6406-E361-3296413A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A66DD-5681-472C-4185-ED2567193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23AD5-66F0-F807-5230-65BF04108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9032A-9415-9EFE-9A11-EA313612D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0C6EF-9869-DEF9-56AC-E85F30C2C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CCBAC-5109-5E8F-6185-FC28DD9B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CF5DC1-11D8-F566-426B-CCB86565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90FD7-E14B-BEF8-894E-E7B5F5D1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371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C151-1F1B-9B6E-0B14-B00B6F12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A585B-45F0-22BD-FB09-36F12F1E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633D6-F633-349B-E658-0C10CFA9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EFF4A-F6EC-5E72-07B5-CAD12501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6899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633B2-5394-0A82-CC7C-3D6C8575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A82CF5-8FFB-76CF-E490-84F219F7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552FE-C80C-33B7-034D-1871952C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553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F899-AB5C-A620-5B30-BD09F7FE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74C49-422E-A35E-9A05-938157074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3D32D-CA45-7371-59E7-07D7527B7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E8101-FC57-BA9E-D0D6-3D796713F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0A7B7-A2A8-FE9A-ECE5-CD6E0BEB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F4E52-3F8C-0059-4AE5-23C95F22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2951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F908-98FE-4897-D7AA-D7D77286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6A29D-603D-0EE5-E036-A4F8E213A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5FBA8-9D02-0733-B8F4-3ADA97116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940F5-BD5E-60AC-35EF-583F84EF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76EB8-F1BB-3728-C38A-353B6BA9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FF0B1-C4FA-1B2E-43DE-F9C6B0DA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327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ED03-B937-1F5B-545D-5BAD8980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264D4-738F-A0E6-BF51-8D8AEF3B2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16614-AFC6-330F-E177-95814BF8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3E7FA-95D1-7D80-7FA0-C891AA225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D2633-4BF4-769A-1012-B4CE32F8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6284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E1646-E301-FD62-7A72-35B01B887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9BE3A-4BBC-A41F-2A28-F0FBFE251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8D29E-23FA-93CC-47E3-E7484806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86C04-CA95-6C39-6655-46F9785F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76B5E-C8EB-EDAF-6ECB-06B388DD2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219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AEE95-3E4E-D89A-3BA8-820CF24C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78065-0979-F0BF-3111-49B560A22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C8D1A-C35E-47F8-4C2B-3A1D25906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14A9C-6408-4627-B5FA-465D54BB1801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CF038-F6D9-9322-D1B6-9DF028FD8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4149D-18A9-3EAE-D03B-C8714FEB0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8D472-D8FF-4AC4-8642-4146DACE11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234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7BBD4-4592-DA09-41D8-A87B5082B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ZA" sz="8000"/>
              <a:t>POE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C04B3-A196-26F8-E095-AA8489E00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ZA"/>
              <a:t>PROG6212</a:t>
            </a:r>
          </a:p>
          <a:p>
            <a:pPr algn="r"/>
            <a:r>
              <a:rPr lang="en-ZA"/>
              <a:t>ST10395938</a:t>
            </a:r>
          </a:p>
          <a:p>
            <a:pPr algn="r"/>
            <a:endParaRPr lang="en-Z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372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E086A-FCFD-97A2-55DC-0D42910F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ZA" sz="6000"/>
              <a:t>Overview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A6F49-009C-28FE-B374-440754262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ZA" sz="2200"/>
              <a:t>Updates from Part 2 to Part 3</a:t>
            </a:r>
          </a:p>
          <a:p>
            <a:r>
              <a:rPr lang="en-ZA" sz="2200"/>
              <a:t>Key Features by User Role</a:t>
            </a:r>
          </a:p>
          <a:p>
            <a:r>
              <a:rPr lang="en-ZA" sz="2200"/>
              <a:t>Unit Testing &amp;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037690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91035-69B0-C81C-C0EA-7292788F1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Updates from Part 2 to Part 3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C168E7-188A-BC2E-9FBE-DF402934C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769307"/>
            <a:ext cx="6894576" cy="363688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BBA728-F178-1C67-F5D4-162DDFE7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Improved UI/UX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User friendly Layout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Color scheme</a:t>
            </a:r>
          </a:p>
        </p:txBody>
      </p:sp>
    </p:spTree>
    <p:extLst>
      <p:ext uri="{BB962C8B-B14F-4D97-AF65-F5344CB8AC3E}">
        <p14:creationId xmlns:p14="http://schemas.microsoft.com/office/powerpoint/2010/main" val="222658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E2953-C7F0-36FE-C3F8-C6735401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Updates from Part 2 to Part 3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4C08A-5731-1E31-0DDC-0AA5024E2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Claim Submission Automation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Auto-fills Lecturer details and hourly rate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C6A206-D2DF-A81F-F464-5E74A9789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608144"/>
            <a:ext cx="6903720" cy="36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8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FE9B1-D80F-2654-0240-4105E7E9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A7E6E-B845-49D6-4686-3C14ADD3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Updates from Part 2 to Part 3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08A72-6CC5-99BD-A5CB-07596FC3A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Claim Submission Automation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Auto-fills Lecturer details and hourly rate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27D2BE-74AB-FC7E-E903-7F228F90E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2013738"/>
            <a:ext cx="6903720" cy="283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4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A4B6A-F8CE-7424-0629-4AF0C977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3625F-DF5E-C5E3-D511-8A895555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Updates from Part 2 to Part 3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82624-8D2E-77A6-78E0-A2709AE2F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Claim Submission Automation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Auto-fills Lecturer details and hourly rate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BB1CAC-F2E2-E5E9-1EF0-3D7DD5384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884293"/>
            <a:ext cx="6903720" cy="30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6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B1535-803F-E86A-8601-AC8D0F41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11626-8462-4E99-69D5-1F176B69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Updates from Part 2 to Part 3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0F8CE-16EE-97FE-F5DA-CA723A7C8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Upload Documents Feature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E0B8E4C-6C60-C1E3-832D-708EDF426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849774"/>
            <a:ext cx="6903720" cy="315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42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34A6D-583F-590E-18FE-07FF5252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06D0B-549E-4F31-7DE4-0D9E53E8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Updates from Part 2 to Part 3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E5664-66F3-6DC1-A5B6-54A8E2705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41263" y="457200"/>
            <a:ext cx="600760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Status Tracking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Claims move through approval stages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048F7E-FDDC-13C0-053F-62EEB9617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123926"/>
            <a:ext cx="5468112" cy="257001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293E35-68FA-D7D9-4CA8-85058B032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65007" y="3123926"/>
            <a:ext cx="6047088" cy="257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7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B1AAD-A820-E072-A62C-2F11DF557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ADA0F-6F9C-CC8C-0837-E4868CC8E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Updates from Part 2 to Part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0398B-783F-79BB-EEE1-2616D021A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1144" y="510047"/>
            <a:ext cx="68580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Added HR Role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Handles User Creation and reports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FE1BAE-837B-1177-68A1-224992BDB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359745"/>
            <a:ext cx="3584448" cy="21327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50CBE5-7FFD-3255-6088-941EFBE39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9" y="3373187"/>
            <a:ext cx="3584448" cy="210586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B503FA-5B29-F8CA-0104-0EC57856D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137415" y="3400070"/>
            <a:ext cx="3584448" cy="205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2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CBA7A-39E4-4F94-109C-4711F404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Lecturer 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ECFA0-0CD8-3676-0F00-D6AE94A5A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50106" y="586822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Key  Features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Auto-filled name, surname, hourly rate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Auto-calculation of total claim amount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2923C8-980E-A488-256B-F00B7D7AB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783" y="3018729"/>
            <a:ext cx="5481509" cy="29051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D8C76F-11C6-8599-25A7-CB529B7DD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097462"/>
            <a:ext cx="5523082" cy="274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7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F2378-717F-BC09-3ADB-05F5DA1F0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8408"/>
            <a:ext cx="4056530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Lecturer View – Claim Tracking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95865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96CF1-7350-41A3-E4FB-BA79550BF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199" y="2359152"/>
            <a:ext cx="4056530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Key Features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Track claim status: Pending, Approved, Rejected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Real-Time updates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Organised Table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86D32F-8205-EC3A-1653-6B38FB444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6705" y="1032336"/>
            <a:ext cx="2873668" cy="14080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87C8CF-85FD-46A4-38D7-2203536BB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365" y="1120180"/>
            <a:ext cx="2873668" cy="1228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3B8F67-2B38-B9D0-9591-DA0C221FB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705" y="3425256"/>
            <a:ext cx="5989328" cy="242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95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7F14A-DBAB-DF92-5ABA-017778E0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Programme Coordinator View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ECD75-CDAC-31BE-75C9-1098446FC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41263" y="457200"/>
            <a:ext cx="6007608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Key Features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View all pending claims in a table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Approve or Reject claims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Display claim details clearly for verification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A91C29-1E04-32C9-337C-D4C6E13F9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344" y="2980388"/>
            <a:ext cx="5468112" cy="2857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F4AE25-DCB1-C21D-B165-AE8DB0979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94058"/>
            <a:ext cx="5468112" cy="282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82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82AD6-EEB7-9781-D5A0-26382E9C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Academic Manager View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F8652-CA7D-442D-EC19-E509AFFFF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Key Features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View all pending claims in a table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Approve or Reject claims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Display claim details clearly for verification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F8897B-F3CE-08E1-2A92-5A9AE883C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3896" y="332264"/>
            <a:ext cx="4906799" cy="2588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1802B7-28EE-49C1-3AAA-4076B313D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325" y="3800957"/>
            <a:ext cx="4941770" cy="217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4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9CA71-B1C0-DE6A-80B0-AFE6B8F8A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HR 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5813D-CAAA-1ACC-0E0F-D345D3824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50106" y="586822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Key Features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HR super-user can create, update user profiles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Generate reports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685A7E-F4F4-98E6-63EB-6A8F29EEE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3018729"/>
            <a:ext cx="5481509" cy="290519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33FD2F-D628-3744-4E8C-159464472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98781" y="3021520"/>
            <a:ext cx="5523082" cy="289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17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E3CD9-9AC1-E39D-D62E-93CCA7E9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Unit Testing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C3060-215B-CF9A-D7E3-B8818A065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Key Points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/>
              <a:t>Unit Tests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340179-A0F6-E303-D4A0-9951BC5DB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1543" y="640080"/>
            <a:ext cx="522922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15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CFDF9-1DA3-F059-D83E-2FE82D40F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Custom Identity login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313B0-858F-9CF1-7A96-79B9CC6DD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50106" y="586822"/>
            <a:ext cx="610674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Custom Identity/Login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Each user has a secure login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HR creates user accounts</a:t>
            </a:r>
          </a:p>
        </p:txBody>
      </p:sp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204E9037-E7C2-975F-9956-0D914F7C2D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3112" y="2729397"/>
            <a:ext cx="5030851" cy="348386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B834EC-5FB9-6598-8469-97F1A5AD6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014616"/>
            <a:ext cx="5523082" cy="291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55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241</Words>
  <Application>Microsoft Office PowerPoint</Application>
  <PresentationFormat>Widescreen</PresentationFormat>
  <Paragraphs>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POE </vt:lpstr>
      <vt:lpstr>Overview</vt:lpstr>
      <vt:lpstr>Updates from Part 2 to Part 3</vt:lpstr>
      <vt:lpstr>Updates from Part 2 to Part 3</vt:lpstr>
      <vt:lpstr>Updates from Part 2 to Part 3</vt:lpstr>
      <vt:lpstr>Updates from Part 2 to Part 3</vt:lpstr>
      <vt:lpstr>Updates from Part 2 to Part 3</vt:lpstr>
      <vt:lpstr>Updates from Part 2 to Part 3</vt:lpstr>
      <vt:lpstr>Updates from Part 2 to Part 3</vt:lpstr>
      <vt:lpstr>Lecturer View</vt:lpstr>
      <vt:lpstr>Lecturer View – Claim Tracking</vt:lpstr>
      <vt:lpstr>Programme Coordinator View</vt:lpstr>
      <vt:lpstr>Academic Manager View</vt:lpstr>
      <vt:lpstr>HR View</vt:lpstr>
      <vt:lpstr>Unit Testing</vt:lpstr>
      <vt:lpstr>Custom Identity login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Mark Ochwo</dc:creator>
  <cp:lastModifiedBy>Anthony Mark Ochwo</cp:lastModifiedBy>
  <cp:revision>1</cp:revision>
  <dcterms:created xsi:type="dcterms:W3CDTF">2025-11-21T15:13:06Z</dcterms:created>
  <dcterms:modified xsi:type="dcterms:W3CDTF">2025-11-21T16:04:41Z</dcterms:modified>
</cp:coreProperties>
</file>